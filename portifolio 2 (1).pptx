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18288000" cy="10287000"/>
  <p:embeddedFontLst>
    <p:embeddedFont>
      <p:font typeface="Tahoma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jWmglc7xJbc5nJXHz8hh56Xw48+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Tahoma-bold.fntdata"/><Relationship Id="rId14" Type="http://schemas.openxmlformats.org/officeDocument/2006/relationships/font" Target="fonts/Tahoma-regular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jpg"/><Relationship Id="rId4" Type="http://schemas.openxmlformats.org/officeDocument/2006/relationships/image" Target="../media/image8.jpg"/><Relationship Id="rId5" Type="http://schemas.openxmlformats.org/officeDocument/2006/relationships/image" Target="../media/image6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obj">
  <p:cSld name="OBJEC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420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" name="Google Shape;14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1218" y="0"/>
            <a:ext cx="10267950" cy="615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0"/>
          <p:cNvSpPr/>
          <p:nvPr/>
        </p:nvSpPr>
        <p:spPr>
          <a:xfrm>
            <a:off x="1028923" y="9021829"/>
            <a:ext cx="942975" cy="236854"/>
          </a:xfrm>
          <a:custGeom>
            <a:rect b="b" l="l" r="r" t="t"/>
            <a:pathLst>
              <a:path extrusionOk="0" h="236854" w="942975">
                <a:moveTo>
                  <a:pt x="118169" y="236339"/>
                </a:moveTo>
                <a:lnTo>
                  <a:pt x="72161" y="227056"/>
                </a:lnTo>
                <a:lnTo>
                  <a:pt x="34601" y="201737"/>
                </a:lnTo>
                <a:lnTo>
                  <a:pt x="9282" y="164177"/>
                </a:lnTo>
                <a:lnTo>
                  <a:pt x="0" y="118169"/>
                </a:lnTo>
                <a:lnTo>
                  <a:pt x="9282" y="72161"/>
                </a:lnTo>
                <a:lnTo>
                  <a:pt x="34601" y="34601"/>
                </a:lnTo>
                <a:lnTo>
                  <a:pt x="72161" y="9282"/>
                </a:lnTo>
                <a:lnTo>
                  <a:pt x="118169" y="0"/>
                </a:lnTo>
                <a:lnTo>
                  <a:pt x="164177" y="9282"/>
                </a:lnTo>
                <a:lnTo>
                  <a:pt x="201737" y="34601"/>
                </a:lnTo>
                <a:lnTo>
                  <a:pt x="227056" y="72161"/>
                </a:lnTo>
                <a:lnTo>
                  <a:pt x="236339" y="118169"/>
                </a:lnTo>
                <a:lnTo>
                  <a:pt x="227056" y="164177"/>
                </a:lnTo>
                <a:lnTo>
                  <a:pt x="201737" y="201737"/>
                </a:lnTo>
                <a:lnTo>
                  <a:pt x="164177" y="227056"/>
                </a:lnTo>
                <a:lnTo>
                  <a:pt x="118169" y="236339"/>
                </a:lnTo>
                <a:close/>
              </a:path>
              <a:path extrusionOk="0" h="236854" w="942975">
                <a:moveTo>
                  <a:pt x="827186" y="236339"/>
                </a:moveTo>
                <a:lnTo>
                  <a:pt x="781179" y="227056"/>
                </a:lnTo>
                <a:lnTo>
                  <a:pt x="743618" y="201737"/>
                </a:lnTo>
                <a:lnTo>
                  <a:pt x="718299" y="164177"/>
                </a:lnTo>
                <a:lnTo>
                  <a:pt x="709017" y="118169"/>
                </a:lnTo>
                <a:lnTo>
                  <a:pt x="718299" y="72161"/>
                </a:lnTo>
                <a:lnTo>
                  <a:pt x="743618" y="34601"/>
                </a:lnTo>
                <a:lnTo>
                  <a:pt x="781179" y="9282"/>
                </a:lnTo>
                <a:lnTo>
                  <a:pt x="827186" y="0"/>
                </a:lnTo>
                <a:lnTo>
                  <a:pt x="873194" y="9282"/>
                </a:lnTo>
                <a:lnTo>
                  <a:pt x="910754" y="34601"/>
                </a:lnTo>
                <a:lnTo>
                  <a:pt x="936073" y="72161"/>
                </a:lnTo>
                <a:lnTo>
                  <a:pt x="942751" y="105260"/>
                </a:lnTo>
                <a:lnTo>
                  <a:pt x="942751" y="131078"/>
                </a:lnTo>
                <a:lnTo>
                  <a:pt x="936073" y="164177"/>
                </a:lnTo>
                <a:lnTo>
                  <a:pt x="910754" y="201737"/>
                </a:lnTo>
                <a:lnTo>
                  <a:pt x="873194" y="227056"/>
                </a:lnTo>
                <a:lnTo>
                  <a:pt x="827186" y="236339"/>
                </a:lnTo>
                <a:close/>
              </a:path>
              <a:path extrusionOk="0" h="236854" w="942975">
                <a:moveTo>
                  <a:pt x="472678" y="236339"/>
                </a:moveTo>
                <a:lnTo>
                  <a:pt x="426670" y="227056"/>
                </a:lnTo>
                <a:lnTo>
                  <a:pt x="389110" y="201737"/>
                </a:lnTo>
                <a:lnTo>
                  <a:pt x="363791" y="164177"/>
                </a:lnTo>
                <a:lnTo>
                  <a:pt x="354508" y="118169"/>
                </a:lnTo>
                <a:lnTo>
                  <a:pt x="363791" y="72161"/>
                </a:lnTo>
                <a:lnTo>
                  <a:pt x="389110" y="34601"/>
                </a:lnTo>
                <a:lnTo>
                  <a:pt x="426670" y="9282"/>
                </a:lnTo>
                <a:lnTo>
                  <a:pt x="472678" y="0"/>
                </a:lnTo>
                <a:lnTo>
                  <a:pt x="518685" y="9282"/>
                </a:lnTo>
                <a:lnTo>
                  <a:pt x="556246" y="34601"/>
                </a:lnTo>
                <a:lnTo>
                  <a:pt x="581564" y="72161"/>
                </a:lnTo>
                <a:lnTo>
                  <a:pt x="590847" y="118169"/>
                </a:lnTo>
                <a:lnTo>
                  <a:pt x="581564" y="164177"/>
                </a:lnTo>
                <a:lnTo>
                  <a:pt x="556246" y="201737"/>
                </a:lnTo>
                <a:lnTo>
                  <a:pt x="518685" y="227056"/>
                </a:lnTo>
                <a:lnTo>
                  <a:pt x="472678" y="236339"/>
                </a:lnTo>
                <a:close/>
              </a:path>
            </a:pathLst>
          </a:custGeom>
          <a:solidFill>
            <a:srgbClr val="DEDED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" name="Google Shape;1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66448" y="4831112"/>
            <a:ext cx="6421551" cy="5455887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0"/>
          <p:cNvSpPr/>
          <p:nvPr/>
        </p:nvSpPr>
        <p:spPr>
          <a:xfrm>
            <a:off x="12033884" y="9163877"/>
            <a:ext cx="6254115" cy="0"/>
          </a:xfrm>
          <a:custGeom>
            <a:rect b="b" l="l" r="r" t="t"/>
            <a:pathLst>
              <a:path extrusionOk="0" h="120000" w="6254115">
                <a:moveTo>
                  <a:pt x="0" y="0"/>
                </a:moveTo>
                <a:lnTo>
                  <a:pt x="6254114" y="0"/>
                </a:lnTo>
              </a:path>
            </a:pathLst>
          </a:custGeom>
          <a:noFill/>
          <a:ln cap="flat" cmpd="sng" w="285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0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420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" name="Google Shape;2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1218" y="0"/>
            <a:ext cx="10267950" cy="615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1"/>
          <p:cNvSpPr/>
          <p:nvPr/>
        </p:nvSpPr>
        <p:spPr>
          <a:xfrm>
            <a:off x="1028923" y="9021829"/>
            <a:ext cx="942975" cy="236854"/>
          </a:xfrm>
          <a:custGeom>
            <a:rect b="b" l="l" r="r" t="t"/>
            <a:pathLst>
              <a:path extrusionOk="0" h="236854" w="942975">
                <a:moveTo>
                  <a:pt x="118169" y="236339"/>
                </a:moveTo>
                <a:lnTo>
                  <a:pt x="72161" y="227056"/>
                </a:lnTo>
                <a:lnTo>
                  <a:pt x="34601" y="201737"/>
                </a:lnTo>
                <a:lnTo>
                  <a:pt x="9282" y="164177"/>
                </a:lnTo>
                <a:lnTo>
                  <a:pt x="0" y="118169"/>
                </a:lnTo>
                <a:lnTo>
                  <a:pt x="9282" y="72161"/>
                </a:lnTo>
                <a:lnTo>
                  <a:pt x="34601" y="34601"/>
                </a:lnTo>
                <a:lnTo>
                  <a:pt x="72161" y="9282"/>
                </a:lnTo>
                <a:lnTo>
                  <a:pt x="118169" y="0"/>
                </a:lnTo>
                <a:lnTo>
                  <a:pt x="164177" y="9282"/>
                </a:lnTo>
                <a:lnTo>
                  <a:pt x="201737" y="34601"/>
                </a:lnTo>
                <a:lnTo>
                  <a:pt x="227056" y="72161"/>
                </a:lnTo>
                <a:lnTo>
                  <a:pt x="236339" y="118169"/>
                </a:lnTo>
                <a:lnTo>
                  <a:pt x="227056" y="164177"/>
                </a:lnTo>
                <a:lnTo>
                  <a:pt x="201737" y="201737"/>
                </a:lnTo>
                <a:lnTo>
                  <a:pt x="164177" y="227056"/>
                </a:lnTo>
                <a:lnTo>
                  <a:pt x="118169" y="236339"/>
                </a:lnTo>
                <a:close/>
              </a:path>
              <a:path extrusionOk="0" h="236854" w="942975">
                <a:moveTo>
                  <a:pt x="827186" y="236339"/>
                </a:moveTo>
                <a:lnTo>
                  <a:pt x="781179" y="227056"/>
                </a:lnTo>
                <a:lnTo>
                  <a:pt x="743618" y="201737"/>
                </a:lnTo>
                <a:lnTo>
                  <a:pt x="718299" y="164177"/>
                </a:lnTo>
                <a:lnTo>
                  <a:pt x="709017" y="118169"/>
                </a:lnTo>
                <a:lnTo>
                  <a:pt x="718299" y="72161"/>
                </a:lnTo>
                <a:lnTo>
                  <a:pt x="743618" y="34601"/>
                </a:lnTo>
                <a:lnTo>
                  <a:pt x="781179" y="9282"/>
                </a:lnTo>
                <a:lnTo>
                  <a:pt x="827186" y="0"/>
                </a:lnTo>
                <a:lnTo>
                  <a:pt x="873194" y="9282"/>
                </a:lnTo>
                <a:lnTo>
                  <a:pt x="910754" y="34601"/>
                </a:lnTo>
                <a:lnTo>
                  <a:pt x="936073" y="72161"/>
                </a:lnTo>
                <a:lnTo>
                  <a:pt x="942751" y="105260"/>
                </a:lnTo>
                <a:lnTo>
                  <a:pt x="942751" y="131078"/>
                </a:lnTo>
                <a:lnTo>
                  <a:pt x="936073" y="164177"/>
                </a:lnTo>
                <a:lnTo>
                  <a:pt x="910754" y="201737"/>
                </a:lnTo>
                <a:lnTo>
                  <a:pt x="873194" y="227056"/>
                </a:lnTo>
                <a:lnTo>
                  <a:pt x="827186" y="236339"/>
                </a:lnTo>
                <a:close/>
              </a:path>
              <a:path extrusionOk="0" h="236854" w="942975">
                <a:moveTo>
                  <a:pt x="472678" y="236339"/>
                </a:moveTo>
                <a:lnTo>
                  <a:pt x="426670" y="227056"/>
                </a:lnTo>
                <a:lnTo>
                  <a:pt x="389110" y="201737"/>
                </a:lnTo>
                <a:lnTo>
                  <a:pt x="363791" y="164177"/>
                </a:lnTo>
                <a:lnTo>
                  <a:pt x="354508" y="118169"/>
                </a:lnTo>
                <a:lnTo>
                  <a:pt x="363791" y="72161"/>
                </a:lnTo>
                <a:lnTo>
                  <a:pt x="389110" y="34601"/>
                </a:lnTo>
                <a:lnTo>
                  <a:pt x="426670" y="9282"/>
                </a:lnTo>
                <a:lnTo>
                  <a:pt x="472678" y="0"/>
                </a:lnTo>
                <a:lnTo>
                  <a:pt x="518685" y="9282"/>
                </a:lnTo>
                <a:lnTo>
                  <a:pt x="556246" y="34601"/>
                </a:lnTo>
                <a:lnTo>
                  <a:pt x="581564" y="72161"/>
                </a:lnTo>
                <a:lnTo>
                  <a:pt x="590847" y="118169"/>
                </a:lnTo>
                <a:lnTo>
                  <a:pt x="581564" y="164177"/>
                </a:lnTo>
                <a:lnTo>
                  <a:pt x="556246" y="201737"/>
                </a:lnTo>
                <a:lnTo>
                  <a:pt x="518685" y="227056"/>
                </a:lnTo>
                <a:lnTo>
                  <a:pt x="472678" y="236339"/>
                </a:lnTo>
                <a:close/>
              </a:path>
            </a:pathLst>
          </a:custGeom>
          <a:solidFill>
            <a:srgbClr val="DEDED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1"/>
          <p:cNvSpPr/>
          <p:nvPr/>
        </p:nvSpPr>
        <p:spPr>
          <a:xfrm>
            <a:off x="12033884" y="9163877"/>
            <a:ext cx="6254115" cy="0"/>
          </a:xfrm>
          <a:custGeom>
            <a:rect b="b" l="l" r="r" t="t"/>
            <a:pathLst>
              <a:path extrusionOk="0" h="120000" w="6254115">
                <a:moveTo>
                  <a:pt x="0" y="0"/>
                </a:moveTo>
                <a:lnTo>
                  <a:pt x="6254114" y="0"/>
                </a:lnTo>
              </a:path>
            </a:pathLst>
          </a:custGeom>
          <a:noFill/>
          <a:ln cap="flat" cmpd="sng" w="285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1"/>
          <p:cNvSpPr/>
          <p:nvPr/>
        </p:nvSpPr>
        <p:spPr>
          <a:xfrm>
            <a:off x="0" y="1206316"/>
            <a:ext cx="6254115" cy="0"/>
          </a:xfrm>
          <a:custGeom>
            <a:rect b="b" l="l" r="r" t="t"/>
            <a:pathLst>
              <a:path extrusionOk="0" h="120000" w="6254115">
                <a:moveTo>
                  <a:pt x="0" y="0"/>
                </a:moveTo>
                <a:lnTo>
                  <a:pt x="6254114" y="0"/>
                </a:lnTo>
              </a:path>
            </a:pathLst>
          </a:custGeom>
          <a:noFill/>
          <a:ln cap="flat" cmpd="sng" w="285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1"/>
          <p:cNvSpPr txBox="1"/>
          <p:nvPr>
            <p:ph type="title"/>
          </p:nvPr>
        </p:nvSpPr>
        <p:spPr>
          <a:xfrm>
            <a:off x="522839" y="1184374"/>
            <a:ext cx="15693790" cy="1878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" type="body"/>
          </p:nvPr>
        </p:nvSpPr>
        <p:spPr>
          <a:xfrm>
            <a:off x="8551614" y="4639544"/>
            <a:ext cx="9309100" cy="38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420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1218" y="0"/>
            <a:ext cx="10267950" cy="615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2"/>
          <p:cNvSpPr/>
          <p:nvPr/>
        </p:nvSpPr>
        <p:spPr>
          <a:xfrm>
            <a:off x="940015" y="9436631"/>
            <a:ext cx="942975" cy="236854"/>
          </a:xfrm>
          <a:custGeom>
            <a:rect b="b" l="l" r="r" t="t"/>
            <a:pathLst>
              <a:path extrusionOk="0" h="236854" w="942975">
                <a:moveTo>
                  <a:pt x="118169" y="236339"/>
                </a:moveTo>
                <a:lnTo>
                  <a:pt x="72161" y="227056"/>
                </a:lnTo>
                <a:lnTo>
                  <a:pt x="34601" y="201737"/>
                </a:lnTo>
                <a:lnTo>
                  <a:pt x="9282" y="164177"/>
                </a:lnTo>
                <a:lnTo>
                  <a:pt x="0" y="118169"/>
                </a:lnTo>
                <a:lnTo>
                  <a:pt x="9282" y="72161"/>
                </a:lnTo>
                <a:lnTo>
                  <a:pt x="34601" y="34601"/>
                </a:lnTo>
                <a:lnTo>
                  <a:pt x="72161" y="9282"/>
                </a:lnTo>
                <a:lnTo>
                  <a:pt x="118169" y="0"/>
                </a:lnTo>
                <a:lnTo>
                  <a:pt x="164177" y="9282"/>
                </a:lnTo>
                <a:lnTo>
                  <a:pt x="201737" y="34601"/>
                </a:lnTo>
                <a:lnTo>
                  <a:pt x="227056" y="72161"/>
                </a:lnTo>
                <a:lnTo>
                  <a:pt x="236339" y="118169"/>
                </a:lnTo>
                <a:lnTo>
                  <a:pt x="227056" y="164177"/>
                </a:lnTo>
                <a:lnTo>
                  <a:pt x="201737" y="201737"/>
                </a:lnTo>
                <a:lnTo>
                  <a:pt x="164177" y="227056"/>
                </a:lnTo>
                <a:lnTo>
                  <a:pt x="118169" y="236339"/>
                </a:lnTo>
                <a:close/>
              </a:path>
              <a:path extrusionOk="0" h="236854" w="942975">
                <a:moveTo>
                  <a:pt x="827186" y="236339"/>
                </a:moveTo>
                <a:lnTo>
                  <a:pt x="781179" y="227056"/>
                </a:lnTo>
                <a:lnTo>
                  <a:pt x="743618" y="201737"/>
                </a:lnTo>
                <a:lnTo>
                  <a:pt x="718299" y="164177"/>
                </a:lnTo>
                <a:lnTo>
                  <a:pt x="709017" y="118169"/>
                </a:lnTo>
                <a:lnTo>
                  <a:pt x="718299" y="72161"/>
                </a:lnTo>
                <a:lnTo>
                  <a:pt x="743618" y="34601"/>
                </a:lnTo>
                <a:lnTo>
                  <a:pt x="781179" y="9282"/>
                </a:lnTo>
                <a:lnTo>
                  <a:pt x="827186" y="0"/>
                </a:lnTo>
                <a:lnTo>
                  <a:pt x="873194" y="9282"/>
                </a:lnTo>
                <a:lnTo>
                  <a:pt x="910754" y="34601"/>
                </a:lnTo>
                <a:lnTo>
                  <a:pt x="936073" y="72161"/>
                </a:lnTo>
                <a:lnTo>
                  <a:pt x="942751" y="105260"/>
                </a:lnTo>
                <a:lnTo>
                  <a:pt x="942751" y="131078"/>
                </a:lnTo>
                <a:lnTo>
                  <a:pt x="936073" y="164177"/>
                </a:lnTo>
                <a:lnTo>
                  <a:pt x="910754" y="201737"/>
                </a:lnTo>
                <a:lnTo>
                  <a:pt x="873194" y="227056"/>
                </a:lnTo>
                <a:lnTo>
                  <a:pt x="827186" y="236339"/>
                </a:lnTo>
                <a:close/>
              </a:path>
              <a:path extrusionOk="0" h="236854" w="942975">
                <a:moveTo>
                  <a:pt x="472678" y="236339"/>
                </a:moveTo>
                <a:lnTo>
                  <a:pt x="426670" y="227056"/>
                </a:lnTo>
                <a:lnTo>
                  <a:pt x="389110" y="201737"/>
                </a:lnTo>
                <a:lnTo>
                  <a:pt x="363791" y="164177"/>
                </a:lnTo>
                <a:lnTo>
                  <a:pt x="354508" y="118169"/>
                </a:lnTo>
                <a:lnTo>
                  <a:pt x="363791" y="72161"/>
                </a:lnTo>
                <a:lnTo>
                  <a:pt x="389110" y="34601"/>
                </a:lnTo>
                <a:lnTo>
                  <a:pt x="426670" y="9282"/>
                </a:lnTo>
                <a:lnTo>
                  <a:pt x="472678" y="0"/>
                </a:lnTo>
                <a:lnTo>
                  <a:pt x="518685" y="9282"/>
                </a:lnTo>
                <a:lnTo>
                  <a:pt x="556246" y="34601"/>
                </a:lnTo>
                <a:lnTo>
                  <a:pt x="581564" y="72161"/>
                </a:lnTo>
                <a:lnTo>
                  <a:pt x="590847" y="118169"/>
                </a:lnTo>
                <a:lnTo>
                  <a:pt x="581564" y="164177"/>
                </a:lnTo>
                <a:lnTo>
                  <a:pt x="556246" y="201737"/>
                </a:lnTo>
                <a:lnTo>
                  <a:pt x="518685" y="227056"/>
                </a:lnTo>
                <a:lnTo>
                  <a:pt x="472678" y="236339"/>
                </a:lnTo>
                <a:close/>
              </a:path>
            </a:pathLst>
          </a:custGeom>
          <a:solidFill>
            <a:srgbClr val="DEDED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2"/>
          <p:cNvSpPr/>
          <p:nvPr/>
        </p:nvSpPr>
        <p:spPr>
          <a:xfrm>
            <a:off x="12033884" y="9163877"/>
            <a:ext cx="6254115" cy="0"/>
          </a:xfrm>
          <a:custGeom>
            <a:rect b="b" l="l" r="r" t="t"/>
            <a:pathLst>
              <a:path extrusionOk="0" h="120000" w="6254115">
                <a:moveTo>
                  <a:pt x="0" y="0"/>
                </a:moveTo>
                <a:lnTo>
                  <a:pt x="6254114" y="0"/>
                </a:lnTo>
              </a:path>
            </a:pathLst>
          </a:custGeom>
          <a:noFill/>
          <a:ln cap="flat" cmpd="sng" w="285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2"/>
          <p:cNvSpPr/>
          <p:nvPr/>
        </p:nvSpPr>
        <p:spPr>
          <a:xfrm>
            <a:off x="0" y="1206316"/>
            <a:ext cx="6254115" cy="0"/>
          </a:xfrm>
          <a:custGeom>
            <a:rect b="b" l="l" r="r" t="t"/>
            <a:pathLst>
              <a:path extrusionOk="0" h="120000" w="6254115">
                <a:moveTo>
                  <a:pt x="0" y="0"/>
                </a:moveTo>
                <a:lnTo>
                  <a:pt x="6254114" y="0"/>
                </a:lnTo>
              </a:path>
            </a:pathLst>
          </a:custGeom>
          <a:noFill/>
          <a:ln cap="flat" cmpd="sng" w="285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" name="Google Shape;3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51221" y="4376343"/>
            <a:ext cx="4838700" cy="464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3308" y="4376343"/>
            <a:ext cx="4838699" cy="464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1218" y="4376343"/>
            <a:ext cx="5829299" cy="4648199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2"/>
          <p:cNvSpPr txBox="1"/>
          <p:nvPr>
            <p:ph type="title"/>
          </p:nvPr>
        </p:nvSpPr>
        <p:spPr>
          <a:xfrm>
            <a:off x="522839" y="1184374"/>
            <a:ext cx="15693790" cy="1878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420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" name="Google Shape;4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9485" y="-1"/>
            <a:ext cx="10267950" cy="59563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3"/>
          <p:cNvSpPr/>
          <p:nvPr/>
        </p:nvSpPr>
        <p:spPr>
          <a:xfrm>
            <a:off x="1028923" y="9021829"/>
            <a:ext cx="942975" cy="236854"/>
          </a:xfrm>
          <a:custGeom>
            <a:rect b="b" l="l" r="r" t="t"/>
            <a:pathLst>
              <a:path extrusionOk="0" h="236854" w="942975">
                <a:moveTo>
                  <a:pt x="118169" y="236339"/>
                </a:moveTo>
                <a:lnTo>
                  <a:pt x="72161" y="227056"/>
                </a:lnTo>
                <a:lnTo>
                  <a:pt x="34601" y="201737"/>
                </a:lnTo>
                <a:lnTo>
                  <a:pt x="9282" y="164177"/>
                </a:lnTo>
                <a:lnTo>
                  <a:pt x="0" y="118169"/>
                </a:lnTo>
                <a:lnTo>
                  <a:pt x="9282" y="72161"/>
                </a:lnTo>
                <a:lnTo>
                  <a:pt x="34601" y="34601"/>
                </a:lnTo>
                <a:lnTo>
                  <a:pt x="72161" y="9282"/>
                </a:lnTo>
                <a:lnTo>
                  <a:pt x="118169" y="0"/>
                </a:lnTo>
                <a:lnTo>
                  <a:pt x="164177" y="9282"/>
                </a:lnTo>
                <a:lnTo>
                  <a:pt x="201737" y="34601"/>
                </a:lnTo>
                <a:lnTo>
                  <a:pt x="227056" y="72161"/>
                </a:lnTo>
                <a:lnTo>
                  <a:pt x="236339" y="118169"/>
                </a:lnTo>
                <a:lnTo>
                  <a:pt x="227056" y="164177"/>
                </a:lnTo>
                <a:lnTo>
                  <a:pt x="201737" y="201737"/>
                </a:lnTo>
                <a:lnTo>
                  <a:pt x="164177" y="227056"/>
                </a:lnTo>
                <a:lnTo>
                  <a:pt x="118169" y="236339"/>
                </a:lnTo>
                <a:close/>
              </a:path>
              <a:path extrusionOk="0" h="236854" w="942975">
                <a:moveTo>
                  <a:pt x="827186" y="236339"/>
                </a:moveTo>
                <a:lnTo>
                  <a:pt x="781179" y="227056"/>
                </a:lnTo>
                <a:lnTo>
                  <a:pt x="743618" y="201737"/>
                </a:lnTo>
                <a:lnTo>
                  <a:pt x="718299" y="164177"/>
                </a:lnTo>
                <a:lnTo>
                  <a:pt x="709017" y="118169"/>
                </a:lnTo>
                <a:lnTo>
                  <a:pt x="718299" y="72161"/>
                </a:lnTo>
                <a:lnTo>
                  <a:pt x="743618" y="34601"/>
                </a:lnTo>
                <a:lnTo>
                  <a:pt x="781179" y="9282"/>
                </a:lnTo>
                <a:lnTo>
                  <a:pt x="827186" y="0"/>
                </a:lnTo>
                <a:lnTo>
                  <a:pt x="873194" y="9282"/>
                </a:lnTo>
                <a:lnTo>
                  <a:pt x="910754" y="34601"/>
                </a:lnTo>
                <a:lnTo>
                  <a:pt x="936073" y="72161"/>
                </a:lnTo>
                <a:lnTo>
                  <a:pt x="942751" y="105260"/>
                </a:lnTo>
                <a:lnTo>
                  <a:pt x="942751" y="131078"/>
                </a:lnTo>
                <a:lnTo>
                  <a:pt x="936073" y="164177"/>
                </a:lnTo>
                <a:lnTo>
                  <a:pt x="910754" y="201737"/>
                </a:lnTo>
                <a:lnTo>
                  <a:pt x="873194" y="227056"/>
                </a:lnTo>
                <a:lnTo>
                  <a:pt x="827186" y="236339"/>
                </a:lnTo>
                <a:close/>
              </a:path>
              <a:path extrusionOk="0" h="236854" w="942975">
                <a:moveTo>
                  <a:pt x="472678" y="236339"/>
                </a:moveTo>
                <a:lnTo>
                  <a:pt x="426670" y="227056"/>
                </a:lnTo>
                <a:lnTo>
                  <a:pt x="389110" y="201737"/>
                </a:lnTo>
                <a:lnTo>
                  <a:pt x="363791" y="164177"/>
                </a:lnTo>
                <a:lnTo>
                  <a:pt x="354508" y="118169"/>
                </a:lnTo>
                <a:lnTo>
                  <a:pt x="363791" y="72161"/>
                </a:lnTo>
                <a:lnTo>
                  <a:pt x="389110" y="34601"/>
                </a:lnTo>
                <a:lnTo>
                  <a:pt x="426670" y="9282"/>
                </a:lnTo>
                <a:lnTo>
                  <a:pt x="472678" y="0"/>
                </a:lnTo>
                <a:lnTo>
                  <a:pt x="518685" y="9282"/>
                </a:lnTo>
                <a:lnTo>
                  <a:pt x="556246" y="34601"/>
                </a:lnTo>
                <a:lnTo>
                  <a:pt x="581564" y="72161"/>
                </a:lnTo>
                <a:lnTo>
                  <a:pt x="590847" y="118169"/>
                </a:lnTo>
                <a:lnTo>
                  <a:pt x="581564" y="164177"/>
                </a:lnTo>
                <a:lnTo>
                  <a:pt x="556246" y="201737"/>
                </a:lnTo>
                <a:lnTo>
                  <a:pt x="518685" y="227056"/>
                </a:lnTo>
                <a:lnTo>
                  <a:pt x="472678" y="236339"/>
                </a:lnTo>
                <a:close/>
              </a:path>
            </a:pathLst>
          </a:custGeom>
          <a:solidFill>
            <a:srgbClr val="DEDED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3"/>
          <p:cNvSpPr/>
          <p:nvPr/>
        </p:nvSpPr>
        <p:spPr>
          <a:xfrm>
            <a:off x="12033884" y="9163877"/>
            <a:ext cx="6254115" cy="0"/>
          </a:xfrm>
          <a:custGeom>
            <a:rect b="b" l="l" r="r" t="t"/>
            <a:pathLst>
              <a:path extrusionOk="0" h="120000" w="6254115">
                <a:moveTo>
                  <a:pt x="0" y="0"/>
                </a:moveTo>
                <a:lnTo>
                  <a:pt x="6254114" y="0"/>
                </a:lnTo>
              </a:path>
            </a:pathLst>
          </a:custGeom>
          <a:noFill/>
          <a:ln cap="flat" cmpd="sng" w="285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3"/>
          <p:cNvSpPr/>
          <p:nvPr/>
        </p:nvSpPr>
        <p:spPr>
          <a:xfrm>
            <a:off x="0" y="1206316"/>
            <a:ext cx="6254115" cy="0"/>
          </a:xfrm>
          <a:custGeom>
            <a:rect b="b" l="l" r="r" t="t"/>
            <a:pathLst>
              <a:path extrusionOk="0" h="120000" w="6254115">
                <a:moveTo>
                  <a:pt x="0" y="0"/>
                </a:moveTo>
                <a:lnTo>
                  <a:pt x="6254114" y="0"/>
                </a:lnTo>
              </a:path>
            </a:pathLst>
          </a:custGeom>
          <a:noFill/>
          <a:ln cap="flat" cmpd="sng" w="285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3"/>
          <p:cNvSpPr txBox="1"/>
          <p:nvPr>
            <p:ph type="ctrTitle"/>
          </p:nvPr>
        </p:nvSpPr>
        <p:spPr>
          <a:xfrm>
            <a:off x="6021961" y="4085706"/>
            <a:ext cx="6244077" cy="1356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522839" y="1184374"/>
            <a:ext cx="15693790" cy="1878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420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9"/>
          <p:cNvSpPr txBox="1"/>
          <p:nvPr>
            <p:ph type="title"/>
          </p:nvPr>
        </p:nvSpPr>
        <p:spPr>
          <a:xfrm>
            <a:off x="522839" y="1184374"/>
            <a:ext cx="15693790" cy="1878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9"/>
          <p:cNvSpPr txBox="1"/>
          <p:nvPr>
            <p:ph idx="1" type="body"/>
          </p:nvPr>
        </p:nvSpPr>
        <p:spPr>
          <a:xfrm>
            <a:off x="8551614" y="4639544"/>
            <a:ext cx="9309100" cy="38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9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jpg"/><Relationship Id="rId6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/>
        </p:nvSpPr>
        <p:spPr>
          <a:xfrm>
            <a:off x="15968819" y="1036635"/>
            <a:ext cx="921385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Outros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8" name="Google Shape;68;p1"/>
          <p:cNvSpPr txBox="1"/>
          <p:nvPr/>
        </p:nvSpPr>
        <p:spPr>
          <a:xfrm>
            <a:off x="13741322" y="1036635"/>
            <a:ext cx="1472565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Sobre mim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9" name="Google Shape;69;p1"/>
          <p:cNvSpPr txBox="1"/>
          <p:nvPr/>
        </p:nvSpPr>
        <p:spPr>
          <a:xfrm>
            <a:off x="11577184" y="1012823"/>
            <a:ext cx="1346835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Formação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8990875" y="1012823"/>
            <a:ext cx="1678305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Experiencias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1" name="Google Shape;71;p1"/>
          <p:cNvSpPr/>
          <p:nvPr/>
        </p:nvSpPr>
        <p:spPr>
          <a:xfrm>
            <a:off x="0" y="1206316"/>
            <a:ext cx="6254115" cy="0"/>
          </a:xfrm>
          <a:custGeom>
            <a:rect b="b" l="l" r="r" t="t"/>
            <a:pathLst>
              <a:path extrusionOk="0" h="120000" w="6254115">
                <a:moveTo>
                  <a:pt x="0" y="0"/>
                </a:moveTo>
                <a:lnTo>
                  <a:pt x="6254114" y="0"/>
                </a:lnTo>
              </a:path>
            </a:pathLst>
          </a:custGeom>
          <a:noFill/>
          <a:ln cap="flat" cmpd="sng" w="285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"/>
          <p:cNvSpPr txBox="1"/>
          <p:nvPr/>
        </p:nvSpPr>
        <p:spPr>
          <a:xfrm>
            <a:off x="2200550" y="3279375"/>
            <a:ext cx="14689800" cy="43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PORTOFÓLIO</a:t>
            </a:r>
            <a:endParaRPr sz="7400">
              <a:latin typeface="Tahoma"/>
              <a:ea typeface="Tahoma"/>
              <a:cs typeface="Tahoma"/>
              <a:sym typeface="Tahoma"/>
            </a:endParaRPr>
          </a:p>
          <a:p>
            <a:pPr indent="0" lvl="0" marL="2574925" rtl="0" algn="ctr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b="1" lang="en-US" sz="10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Airam José  Alfaia </a:t>
            </a:r>
            <a:endParaRPr b="1" sz="102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574925" rtl="0" algn="ctr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b="1" lang="en-US" sz="10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Cardoso Júnior </a:t>
            </a:r>
            <a:endParaRPr b="1" sz="102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2045" y="1924287"/>
            <a:ext cx="6439376" cy="64389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"/>
          <p:cNvSpPr txBox="1"/>
          <p:nvPr>
            <p:ph type="title"/>
          </p:nvPr>
        </p:nvSpPr>
        <p:spPr>
          <a:xfrm>
            <a:off x="8551614" y="2741609"/>
            <a:ext cx="6009640" cy="1191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50"/>
              <a:t>SOBRE MIM</a:t>
            </a:r>
            <a:endParaRPr sz="7650"/>
          </a:p>
        </p:txBody>
      </p:sp>
      <p:sp>
        <p:nvSpPr>
          <p:cNvPr id="79" name="Google Shape;79;p2"/>
          <p:cNvSpPr txBox="1"/>
          <p:nvPr>
            <p:ph idx="1" type="body"/>
          </p:nvPr>
        </p:nvSpPr>
        <p:spPr>
          <a:xfrm>
            <a:off x="8551614" y="4639544"/>
            <a:ext cx="9309100" cy="38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 estudante de Engenharia de Software no CEUB, apaixonado por tecnologia e desenvolvimento. Busco aplicar na prática os conhecimentos adquiridos, com foco em criar soluções eficientes. Minha vivência com o xadrez fortaleceu habilidades como lógica, estratégia e resolução de problemas. Estou em busca da minha primeira oportunidade como Desenvolvedor Júnior ou freelancer.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420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3"/>
          <p:cNvGrpSpPr/>
          <p:nvPr/>
        </p:nvGrpSpPr>
        <p:grpSpPr>
          <a:xfrm>
            <a:off x="421218" y="0"/>
            <a:ext cx="13466043" cy="8346642"/>
            <a:chOff x="421218" y="0"/>
            <a:chExt cx="13466043" cy="8346642"/>
          </a:xfrm>
        </p:grpSpPr>
        <p:pic>
          <p:nvPicPr>
            <p:cNvPr id="86" name="Google Shape;86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1218" y="0"/>
              <a:ext cx="10267950" cy="6159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581961" y="2145868"/>
              <a:ext cx="4305300" cy="620077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8" name="Google Shape;8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82512" y="2145868"/>
            <a:ext cx="4305299" cy="3057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982512" y="5298643"/>
            <a:ext cx="4305299" cy="304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/>
          <p:nvPr/>
        </p:nvSpPr>
        <p:spPr>
          <a:xfrm>
            <a:off x="1028923" y="9021829"/>
            <a:ext cx="942975" cy="236854"/>
          </a:xfrm>
          <a:custGeom>
            <a:rect b="b" l="l" r="r" t="t"/>
            <a:pathLst>
              <a:path extrusionOk="0" h="236854" w="942975">
                <a:moveTo>
                  <a:pt x="118169" y="236339"/>
                </a:moveTo>
                <a:lnTo>
                  <a:pt x="72161" y="227056"/>
                </a:lnTo>
                <a:lnTo>
                  <a:pt x="34601" y="201737"/>
                </a:lnTo>
                <a:lnTo>
                  <a:pt x="9282" y="164177"/>
                </a:lnTo>
                <a:lnTo>
                  <a:pt x="0" y="118169"/>
                </a:lnTo>
                <a:lnTo>
                  <a:pt x="9282" y="72161"/>
                </a:lnTo>
                <a:lnTo>
                  <a:pt x="34601" y="34601"/>
                </a:lnTo>
                <a:lnTo>
                  <a:pt x="72161" y="9282"/>
                </a:lnTo>
                <a:lnTo>
                  <a:pt x="118169" y="0"/>
                </a:lnTo>
                <a:lnTo>
                  <a:pt x="164177" y="9282"/>
                </a:lnTo>
                <a:lnTo>
                  <a:pt x="201737" y="34601"/>
                </a:lnTo>
                <a:lnTo>
                  <a:pt x="227056" y="72161"/>
                </a:lnTo>
                <a:lnTo>
                  <a:pt x="236339" y="118169"/>
                </a:lnTo>
                <a:lnTo>
                  <a:pt x="227056" y="164177"/>
                </a:lnTo>
                <a:lnTo>
                  <a:pt x="201737" y="201737"/>
                </a:lnTo>
                <a:lnTo>
                  <a:pt x="164177" y="227056"/>
                </a:lnTo>
                <a:lnTo>
                  <a:pt x="118169" y="236339"/>
                </a:lnTo>
                <a:close/>
              </a:path>
              <a:path extrusionOk="0" h="236854" w="942975">
                <a:moveTo>
                  <a:pt x="827186" y="236339"/>
                </a:moveTo>
                <a:lnTo>
                  <a:pt x="781179" y="227056"/>
                </a:lnTo>
                <a:lnTo>
                  <a:pt x="743618" y="201737"/>
                </a:lnTo>
                <a:lnTo>
                  <a:pt x="718299" y="164177"/>
                </a:lnTo>
                <a:lnTo>
                  <a:pt x="709017" y="118169"/>
                </a:lnTo>
                <a:lnTo>
                  <a:pt x="718299" y="72161"/>
                </a:lnTo>
                <a:lnTo>
                  <a:pt x="743618" y="34601"/>
                </a:lnTo>
                <a:lnTo>
                  <a:pt x="781179" y="9282"/>
                </a:lnTo>
                <a:lnTo>
                  <a:pt x="827186" y="0"/>
                </a:lnTo>
                <a:lnTo>
                  <a:pt x="873194" y="9282"/>
                </a:lnTo>
                <a:lnTo>
                  <a:pt x="910754" y="34601"/>
                </a:lnTo>
                <a:lnTo>
                  <a:pt x="936073" y="72161"/>
                </a:lnTo>
                <a:lnTo>
                  <a:pt x="942751" y="105260"/>
                </a:lnTo>
                <a:lnTo>
                  <a:pt x="942751" y="131078"/>
                </a:lnTo>
                <a:lnTo>
                  <a:pt x="936073" y="164177"/>
                </a:lnTo>
                <a:lnTo>
                  <a:pt x="910754" y="201737"/>
                </a:lnTo>
                <a:lnTo>
                  <a:pt x="873194" y="227056"/>
                </a:lnTo>
                <a:lnTo>
                  <a:pt x="827186" y="236339"/>
                </a:lnTo>
                <a:close/>
              </a:path>
              <a:path extrusionOk="0" h="236854" w="942975">
                <a:moveTo>
                  <a:pt x="472678" y="236339"/>
                </a:moveTo>
                <a:lnTo>
                  <a:pt x="426670" y="227056"/>
                </a:lnTo>
                <a:lnTo>
                  <a:pt x="389110" y="201737"/>
                </a:lnTo>
                <a:lnTo>
                  <a:pt x="363791" y="164177"/>
                </a:lnTo>
                <a:lnTo>
                  <a:pt x="354508" y="118169"/>
                </a:lnTo>
                <a:lnTo>
                  <a:pt x="363791" y="72161"/>
                </a:lnTo>
                <a:lnTo>
                  <a:pt x="389110" y="34601"/>
                </a:lnTo>
                <a:lnTo>
                  <a:pt x="426670" y="9282"/>
                </a:lnTo>
                <a:lnTo>
                  <a:pt x="472678" y="0"/>
                </a:lnTo>
                <a:lnTo>
                  <a:pt x="518685" y="9282"/>
                </a:lnTo>
                <a:lnTo>
                  <a:pt x="556246" y="34601"/>
                </a:lnTo>
                <a:lnTo>
                  <a:pt x="581564" y="72161"/>
                </a:lnTo>
                <a:lnTo>
                  <a:pt x="590847" y="118169"/>
                </a:lnTo>
                <a:lnTo>
                  <a:pt x="581564" y="164177"/>
                </a:lnTo>
                <a:lnTo>
                  <a:pt x="556246" y="201737"/>
                </a:lnTo>
                <a:lnTo>
                  <a:pt x="518685" y="227056"/>
                </a:lnTo>
                <a:lnTo>
                  <a:pt x="472678" y="236339"/>
                </a:lnTo>
                <a:close/>
              </a:path>
            </a:pathLst>
          </a:custGeom>
          <a:solidFill>
            <a:srgbClr val="DEDED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12033884" y="9163877"/>
            <a:ext cx="6254115" cy="0"/>
          </a:xfrm>
          <a:custGeom>
            <a:rect b="b" l="l" r="r" t="t"/>
            <a:pathLst>
              <a:path extrusionOk="0" h="120000" w="6254115">
                <a:moveTo>
                  <a:pt x="0" y="0"/>
                </a:moveTo>
                <a:lnTo>
                  <a:pt x="6254114" y="0"/>
                </a:lnTo>
              </a:path>
            </a:pathLst>
          </a:custGeom>
          <a:noFill/>
          <a:ln cap="flat" cmpd="sng" w="285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0" y="1206316"/>
            <a:ext cx="6254115" cy="0"/>
          </a:xfrm>
          <a:custGeom>
            <a:rect b="b" l="l" r="r" t="t"/>
            <a:pathLst>
              <a:path extrusionOk="0" h="120000" w="6254115">
                <a:moveTo>
                  <a:pt x="0" y="0"/>
                </a:moveTo>
                <a:lnTo>
                  <a:pt x="6254114" y="0"/>
                </a:lnTo>
              </a:path>
            </a:pathLst>
          </a:custGeom>
          <a:noFill/>
          <a:ln cap="flat" cmpd="sng" w="285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 txBox="1"/>
          <p:nvPr>
            <p:ph type="title"/>
          </p:nvPr>
        </p:nvSpPr>
        <p:spPr>
          <a:xfrm>
            <a:off x="1016000" y="2753585"/>
            <a:ext cx="5939155" cy="1191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50"/>
              <a:t>FORMAÇÃO</a:t>
            </a:r>
            <a:endParaRPr sz="7650"/>
          </a:p>
        </p:txBody>
      </p:sp>
      <p:sp>
        <p:nvSpPr>
          <p:cNvPr id="94" name="Google Shape;94;p3"/>
          <p:cNvSpPr txBox="1"/>
          <p:nvPr/>
        </p:nvSpPr>
        <p:spPr>
          <a:xfrm>
            <a:off x="952477" y="4860519"/>
            <a:ext cx="7623809" cy="31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7950">
            <a:spAutoFit/>
          </a:bodyPr>
          <a:lstStyle/>
          <a:p>
            <a:pPr indent="0" lvl="0" marL="19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CEUB-Centro Universitário de Brasília</a:t>
            </a:r>
            <a:endParaRPr sz="3000">
              <a:latin typeface="Tahoma"/>
              <a:ea typeface="Tahoma"/>
              <a:cs typeface="Tahoma"/>
              <a:sym typeface="Tahoma"/>
            </a:endParaRPr>
          </a:p>
          <a:p>
            <a:pPr indent="0" lvl="0" marL="20955" rtl="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Engenharia de software-1°semestre</a:t>
            </a:r>
            <a:endParaRPr sz="27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Versátil</a:t>
            </a:r>
            <a:endParaRPr sz="30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224790" rtl="0" algn="l">
              <a:lnSpc>
                <a:spcPct val="1181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Curos do pacote office, power bi e banco de dados Sql.</a:t>
            </a:r>
            <a:endParaRPr sz="27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>
            <p:ph type="title"/>
          </p:nvPr>
        </p:nvSpPr>
        <p:spPr>
          <a:xfrm>
            <a:off x="522839" y="1184374"/>
            <a:ext cx="15693790" cy="1878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9550">
            <a:spAutoFit/>
          </a:bodyPr>
          <a:lstStyle/>
          <a:p>
            <a:pPr indent="0" lvl="0" marL="50545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50"/>
              <a:t>EXPERIÊNCIAS PROFICIONAIS</a:t>
            </a:r>
            <a:endParaRPr sz="7650"/>
          </a:p>
        </p:txBody>
      </p:sp>
      <p:sp>
        <p:nvSpPr>
          <p:cNvPr id="100" name="Google Shape;100;p4"/>
          <p:cNvSpPr txBox="1"/>
          <p:nvPr/>
        </p:nvSpPr>
        <p:spPr>
          <a:xfrm>
            <a:off x="1016000" y="3672615"/>
            <a:ext cx="10707370" cy="5057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Caixa/repositor Sorveteria Eskimo </a:t>
            </a:r>
            <a:r>
              <a:rPr baseline="30000" lang="en-US" sz="40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(2023 - 2025)</a:t>
            </a:r>
            <a:endParaRPr baseline="30000" sz="4050">
              <a:latin typeface="Tahoma"/>
              <a:ea typeface="Tahoma"/>
              <a:cs typeface="Tahoma"/>
              <a:sym typeface="Tahoma"/>
            </a:endParaRPr>
          </a:p>
          <a:p>
            <a:pPr indent="0" lvl="0" marL="261620" marR="5080" rtl="0" algn="l">
              <a:lnSpc>
                <a:spcPct val="116700"/>
              </a:lnSpc>
              <a:spcBef>
                <a:spcPts val="2375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Atuei como caixa e repositor em sorveteria, sendo responsável pelo atendimento ao cliente, registro de pedidos e recebimentos, abertura e fechamento de caixa, além da organização e reposição de produtos. Também auxiliava na manutenção da limpeza do ambiente, controle básico de estoque e garantia de um atendimento ágil e cordial, contribuindo para a boa experiência dos clientes.</a:t>
            </a:r>
            <a:endParaRPr sz="30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 txBox="1"/>
          <p:nvPr>
            <p:ph type="title"/>
          </p:nvPr>
        </p:nvSpPr>
        <p:spPr>
          <a:xfrm>
            <a:off x="522839" y="1184374"/>
            <a:ext cx="15693790" cy="1878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42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/>
              <a:t>EXPERIÊNCIAS PESSOAIS</a:t>
            </a:r>
            <a:endParaRPr sz="8700"/>
          </a:p>
        </p:txBody>
      </p:sp>
      <p:pic>
        <p:nvPicPr>
          <p:cNvPr id="106" name="Google Shape;10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451" y="3351691"/>
            <a:ext cx="114300" cy="114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451" y="4809016"/>
            <a:ext cx="114300" cy="114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451" y="6266340"/>
            <a:ext cx="114300" cy="1142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"/>
          <p:cNvSpPr txBox="1"/>
          <p:nvPr/>
        </p:nvSpPr>
        <p:spPr>
          <a:xfrm>
            <a:off x="1392650" y="3084634"/>
            <a:ext cx="14736444" cy="58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641350" rtl="0" algn="l">
              <a:lnSpc>
                <a:spcPct val="118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Gosto de jogar xadrez e já participei de competições. Acredito que esse hobbie tenha desenvolvido minhas habilidades no que tange ao raciocínio lógico e a tomada de decisões sob pressão.</a:t>
            </a:r>
            <a:endParaRPr sz="27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287020" rtl="0" algn="l">
              <a:lnSpc>
                <a:spcPct val="141814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Estudo inglês há dois anos e possuo um bom nível de compreensão. Atualmente, tenho fluência para manter diálogos de complexidade moderada com falantes nativos.</a:t>
            </a:r>
            <a:endParaRPr sz="27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Em 2026, participei do evento da Google “A nova era da inovação”, onde a</a:t>
            </a:r>
            <a:endParaRPr sz="27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41481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empresa ofereceu treinamentos sobre o uso de suas novas tecnologias no campo da inteligência artificial. Durante o evento, tive a oportunidade de aprofundar meus conhecimentos em ferramentas e tendências emergentes, além de desenvolver habilidades práticas e acompanhar discussões relevantes sobre o impacto da IA no mercado e na sociedade.</a:t>
            </a:r>
            <a:endParaRPr sz="27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420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2709" y="3238689"/>
            <a:ext cx="147753" cy="147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2709" y="3866642"/>
            <a:ext cx="147753" cy="147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2709" y="4494595"/>
            <a:ext cx="147753" cy="147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2709" y="5122548"/>
            <a:ext cx="147753" cy="147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2709" y="5750500"/>
            <a:ext cx="147753" cy="14775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6"/>
          <p:cNvSpPr txBox="1"/>
          <p:nvPr/>
        </p:nvSpPr>
        <p:spPr>
          <a:xfrm>
            <a:off x="1779585" y="2897189"/>
            <a:ext cx="12928600" cy="3165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60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·Programação em Python (nível básico/intermediário)</a:t>
            </a:r>
            <a:endParaRPr sz="35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·Lógica de programação</a:t>
            </a:r>
            <a:endParaRPr sz="35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·Desenvolvimento de software (conceitos gerais)</a:t>
            </a:r>
            <a:endParaRPr sz="35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·Interesse e aprendizado contínuo em novas tecnologias</a:t>
            </a:r>
            <a:endParaRPr sz="35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·Noções de desenvolvimento de soluções tecnológicas</a:t>
            </a:r>
            <a:endParaRPr sz="35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1" name="Google Shape;121;p6"/>
          <p:cNvSpPr txBox="1"/>
          <p:nvPr>
            <p:ph type="title"/>
          </p:nvPr>
        </p:nvSpPr>
        <p:spPr>
          <a:xfrm>
            <a:off x="4817226" y="1184375"/>
            <a:ext cx="8525700" cy="13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/>
              <a:t>HABILIDADES</a:t>
            </a:r>
            <a:endParaRPr sz="8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type="title"/>
          </p:nvPr>
        </p:nvSpPr>
        <p:spPr>
          <a:xfrm>
            <a:off x="522839" y="1184374"/>
            <a:ext cx="15693790" cy="1878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925">
            <a:spAutoFit/>
          </a:bodyPr>
          <a:lstStyle/>
          <a:p>
            <a:pPr indent="-1741170" lvl="0" marL="3079115" marR="5080" rtl="0" algn="l">
              <a:lnSpc>
                <a:spcPct val="116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Imagens do evento do google que participei com o objetivo de adquirir conhecimento em novas tecnologias baseadas em IA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/>
          <p:nvPr>
            <p:ph type="ctrTitle"/>
          </p:nvPr>
        </p:nvSpPr>
        <p:spPr>
          <a:xfrm>
            <a:off x="6021961" y="4085706"/>
            <a:ext cx="6244077" cy="1356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/>
              <a:t>OBRIGADO</a:t>
            </a:r>
            <a:endParaRPr sz="8700"/>
          </a:p>
        </p:txBody>
      </p:sp>
      <p:sp>
        <p:nvSpPr>
          <p:cNvPr id="132" name="Google Shape;132;p8"/>
          <p:cNvSpPr txBox="1"/>
          <p:nvPr/>
        </p:nvSpPr>
        <p:spPr>
          <a:xfrm>
            <a:off x="7296751" y="5735223"/>
            <a:ext cx="3694429" cy="442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Esse é meu portfólio</a:t>
            </a:r>
            <a:endParaRPr sz="27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2026-04-11T15:36:12Z</dcterms:created>
  <dc:creator>Gustavo Yoshio Sumihara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2026-04-11T00:00:00Z</vt:filetime>
  </property>
  <property fmtid="{D5CDD505-2E9C-101B-9397-08002B2CF9AE}" pid="3" name="Creator">
    <vt:lpwstr>Canva</vt:lpwstr>
  </property>
  <property fmtid="{D5CDD505-2E9C-101B-9397-08002B2CF9AE}" pid="4" name="LastSaved">
    <vt:filetime>2026-04-11T00:00:00Z</vt:filetime>
  </property>
  <property fmtid="{D5CDD505-2E9C-101B-9397-08002B2CF9AE}" pid="5" name="Producer">
    <vt:lpwstr>Canva</vt:lpwstr>
  </property>
</Properties>
</file>